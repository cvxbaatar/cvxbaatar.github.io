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60" r:id="rId8"/>
    <p:sldId id="261" r:id="rId9"/>
    <p:sldId id="263" r:id="rId10"/>
    <p:sldId id="262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137" autoAdjust="0"/>
  </p:normalViewPr>
  <p:slideViewPr>
    <p:cSldViewPr snapToGrid="0">
      <p:cViewPr>
        <p:scale>
          <a:sx n="66" d="100"/>
          <a:sy n="66" d="100"/>
        </p:scale>
        <p:origin x="668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A2F1FF-A489-41F3-9334-D231F38B547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E5644-6579-48FB-8757-BB2101110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60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2C895-E970-E464-DAD7-809A9C029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38A994-190C-2ADF-8FAB-C967FF01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AFB65-1FEF-EC2A-F0D1-D5300629F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13AF-18D6-4514-9676-FB55029E022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9527B-6CFC-D408-7F4B-8C309C8BD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2732C-2A91-007A-4FD6-81111C6B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65AE4-F7E1-4698-BA8F-3C162FF3A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03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A476D-ECB4-EF6B-A429-BD47F3E39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29218-D4CA-A597-B3BB-8329D66F0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174E2-2B4D-116C-87C6-70B1E1D0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13AF-18D6-4514-9676-FB55029E022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4B120-B742-3769-8CA6-19B3D9BB4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D0CAB-0752-2C9A-9C9E-A9F7B5910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65AE4-F7E1-4698-BA8F-3C162FF3A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21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159E2-54D9-5324-BC49-F5063B452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DD401-6BCE-EBE8-2E5E-907BD5F28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FAC1B-92E6-749D-BB00-D6DF67FC2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13AF-18D6-4514-9676-FB55029E022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980A6-FCF3-F94D-D779-4C3C8972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4BC1F-245A-A16A-8C22-AC6FBE6E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65AE4-F7E1-4698-BA8F-3C162FF3A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95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9C1CC-AC61-D7E1-D072-AE5B06E6D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85C63-2DFD-5131-27B3-B306B96D2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2B966-4CC9-0069-E999-6E1A32604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721AE-3A66-EADD-7B71-BD528C85A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13AF-18D6-4514-9676-FB55029E022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D971B-8ED2-7F26-DF19-C966E7DA1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B4AA0-1197-3A60-869B-6BC7C5A7A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65AE4-F7E1-4698-BA8F-3C162FF3A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088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0A904-BB25-3391-9CD2-5775CBFB2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F32A1-9E2C-F44A-40C2-8A5177725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50E43-7CB4-AE38-6E89-861E33C5B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18584E-0430-E882-54DB-93E093F5F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E969B-DB39-CFA1-7892-7DB5A2690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105CC-66B1-BFA3-C682-BC0489DF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13AF-18D6-4514-9676-FB55029E022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13578-93CD-BA64-E749-CEA284CDB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6CC91A-9325-09A8-92CE-7C90DEF0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65AE4-F7E1-4698-BA8F-3C162FF3A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8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29D0-BBD8-3D64-0DC9-68C955F66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75E2FB-6CDF-3A3F-BAD8-581EC8D8A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13AF-18D6-4514-9676-FB55029E022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C8BD41-4D6B-7607-8689-0E53D1D7F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6C9AA3-7931-5B8D-8D2C-1BADB4C6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65AE4-F7E1-4698-BA8F-3C162FF3A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68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132542-E654-E82D-294D-2C43D6626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13AF-18D6-4514-9676-FB55029E022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D7F492-49FC-F142-192F-66117AE14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2E336-DB7C-2C8C-4D6C-354B31E90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65AE4-F7E1-4698-BA8F-3C162FF3A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9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BC0F-7CA3-825C-A787-4F0212EF7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34D6D-5519-7B24-6392-E073246A0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069FC-1C39-DC4A-919A-DEDBC5DE2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EA2ED-BF0B-4D40-1843-CD5150195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13AF-18D6-4514-9676-FB55029E022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D31E9-B1BB-F754-2759-9682207E7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399ED-A48E-9715-A5E4-C6E20BAC5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65AE4-F7E1-4698-BA8F-3C162FF3A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61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EF8CC-CC89-C624-EEA9-3BB0738D8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6DDC02-8812-1229-CD59-F8CC7A85F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AD1A23-2AE1-CD30-11A9-A499DA979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F5959-D52A-E456-75B9-3440FC352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13AF-18D6-4514-9676-FB55029E022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1CBE7-89A4-868E-E3BC-85E460E37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959B0-C885-9298-5E7F-3560491E4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65AE4-F7E1-4698-BA8F-3C162FF3A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4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704E-948D-EED6-6859-BF7453BE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C2C4F-563E-5E4E-F8E3-45D386A56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F11B0-5618-8368-71EB-357CB391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13AF-18D6-4514-9676-FB55029E022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B2ADE-B6FD-CC48-62DB-E1BE5000E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6ADCC-F390-8A3F-ECEC-F6CE4EDA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65AE4-F7E1-4698-BA8F-3C162FF3A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11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7333BF-062D-A2B5-D0F9-69BFFD0D7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C02DD-8795-C7FA-4375-C1E26CEC4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8C27E-C9C9-AB2D-3120-223D58971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13AF-18D6-4514-9676-FB55029E022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B3BC8-AA1E-40B8-3FDB-88B98C5C9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B0E05-AAAE-20DA-5220-A35C6C5A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65AE4-F7E1-4698-BA8F-3C162FF3A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37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EC5741-5617-D44B-CEFF-6D7EA35D0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EC5B3-7384-7C6D-9DEB-4D209EA2F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404DC-8E21-78C3-A880-67EE3AF93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A13AF-18D6-4514-9676-FB55029E022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235F2-EBF4-EC87-8F8F-7133CE613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EF9E3-F36C-32C3-1F0D-D7F306FCAC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65AE4-F7E1-4698-BA8F-3C162FF3A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28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315D-E720-CDF9-B467-34C28630E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3043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2023-2025 </a:t>
            </a:r>
            <a:r>
              <a:rPr lang="mn-MN" dirty="0"/>
              <a:t>хичээлийн жилд хийгдсэн үйл ажиллагааны товч тайлан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85D7A-7A00-DA12-A0EC-5712DE22B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75927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mn-MN" dirty="0"/>
              <a:t>Илтгэгч: 			</a:t>
            </a:r>
          </a:p>
          <a:p>
            <a:r>
              <a:rPr lang="mn-MN" dirty="0"/>
              <a:t>МХОХ НҮТББ-ын гүйцэтгэх захирал Б.Сүхбаатар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7A35C08-F0D2-2FFA-0DFC-8F8E84132921}"/>
              </a:ext>
            </a:extLst>
          </p:cNvPr>
          <p:cNvSpPr txBox="1">
            <a:spLocks/>
          </p:cNvSpPr>
          <p:nvPr/>
        </p:nvSpPr>
        <p:spPr>
          <a:xfrm>
            <a:off x="1697664" y="556798"/>
            <a:ext cx="9144000" cy="478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n-MN" dirty="0"/>
              <a:t>Монголын химийн олимпиадын хороо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9D2455-0788-9E66-6F80-BA6F75A16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377" y="112657"/>
            <a:ext cx="1650575" cy="18177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A0FA1F-170C-4638-6FAA-7246EEF83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621" y="671211"/>
            <a:ext cx="438085" cy="54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524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BDF8B-F8D7-F551-2282-9622BB93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Үйл ажиллагааны бүтэц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7275B-5677-A843-426C-E0FEF3D4E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08758" cy="1058846"/>
          </a:xfrm>
        </p:spPr>
        <p:txBody>
          <a:bodyPr/>
          <a:lstStyle/>
          <a:p>
            <a:r>
              <a:rPr lang="mn-MN" dirty="0"/>
              <a:t>Улсын химийн олимпиад</a:t>
            </a:r>
          </a:p>
          <a:p>
            <a:r>
              <a:rPr lang="mn-MN" dirty="0">
                <a:solidFill>
                  <a:schemeClr val="bg1">
                    <a:lumMod val="75000"/>
                  </a:schemeClr>
                </a:solidFill>
              </a:rPr>
              <a:t>Олон улсын химийн олимпиад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B88E45-A333-6D0B-D823-993147949F72}"/>
              </a:ext>
            </a:extLst>
          </p:cNvPr>
          <p:cNvSpPr/>
          <p:nvPr/>
        </p:nvSpPr>
        <p:spPr>
          <a:xfrm>
            <a:off x="925033" y="3136605"/>
            <a:ext cx="5263116" cy="23710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2AA4D7-C4F5-4D0C-5641-208946D2DFF6}"/>
              </a:ext>
            </a:extLst>
          </p:cNvPr>
          <p:cNvSpPr/>
          <p:nvPr/>
        </p:nvSpPr>
        <p:spPr>
          <a:xfrm>
            <a:off x="6411433" y="3136605"/>
            <a:ext cx="5135525" cy="23710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E06087-D3E6-7B03-3FD7-3F26AB77524D}"/>
              </a:ext>
            </a:extLst>
          </p:cNvPr>
          <p:cNvSpPr txBox="1"/>
          <p:nvPr/>
        </p:nvSpPr>
        <p:spPr>
          <a:xfrm>
            <a:off x="1286539" y="4001294"/>
            <a:ext cx="383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n-MN" dirty="0"/>
              <a:t>Сургуулийн түвшний олимпиад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EE8FC-D6AC-3D81-6B73-4F6D8473FE85}"/>
              </a:ext>
            </a:extLst>
          </p:cNvPr>
          <p:cNvSpPr txBox="1"/>
          <p:nvPr/>
        </p:nvSpPr>
        <p:spPr>
          <a:xfrm>
            <a:off x="1286539" y="4780739"/>
            <a:ext cx="383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n-MN" dirty="0"/>
              <a:t>Аймаг, дүүргийн түвшний олимпиад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BD18BC-1DFA-AB44-9756-CBD8708E4A82}"/>
              </a:ext>
            </a:extLst>
          </p:cNvPr>
          <p:cNvSpPr txBox="1"/>
          <p:nvPr/>
        </p:nvSpPr>
        <p:spPr>
          <a:xfrm>
            <a:off x="6549655" y="4001294"/>
            <a:ext cx="383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n-MN" dirty="0"/>
              <a:t>Сорилго 1.1	Сорилго 1.2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56E81A-9798-D2DA-32ED-96F2F01DEACF}"/>
              </a:ext>
            </a:extLst>
          </p:cNvPr>
          <p:cNvSpPr txBox="1"/>
          <p:nvPr/>
        </p:nvSpPr>
        <p:spPr>
          <a:xfrm>
            <a:off x="6549655" y="4780739"/>
            <a:ext cx="383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n-MN" dirty="0"/>
              <a:t>Сорилго 2.1	Сорилго 2.2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CA4D5C-213D-244C-E5FD-1B38FF966EE8}"/>
              </a:ext>
            </a:extLst>
          </p:cNvPr>
          <p:cNvSpPr txBox="1"/>
          <p:nvPr/>
        </p:nvSpPr>
        <p:spPr>
          <a:xfrm>
            <a:off x="1041990" y="3379828"/>
            <a:ext cx="505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n-MN" dirty="0"/>
              <a:t>Танхимын олимпиад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2C43DD-76B6-DF7B-E964-496B87EAAEF7}"/>
              </a:ext>
            </a:extLst>
          </p:cNvPr>
          <p:cNvSpPr txBox="1"/>
          <p:nvPr/>
        </p:nvSpPr>
        <p:spPr>
          <a:xfrm>
            <a:off x="6329915" y="3379828"/>
            <a:ext cx="505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n-MN" dirty="0"/>
              <a:t>Цахим сорилго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6206D4-5536-04B1-092C-F92BD36792EA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3205716" y="4411407"/>
            <a:ext cx="0" cy="36933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DFFE77-4615-D54D-D31D-BC75E1E13DCD}"/>
              </a:ext>
            </a:extLst>
          </p:cNvPr>
          <p:cNvCxnSpPr>
            <a:cxnSpLocks/>
          </p:cNvCxnSpPr>
          <p:nvPr/>
        </p:nvCxnSpPr>
        <p:spPr>
          <a:xfrm>
            <a:off x="8132135" y="4411407"/>
            <a:ext cx="0" cy="36933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3436E6-486B-6E6F-14CC-9F490243EC36}"/>
              </a:ext>
            </a:extLst>
          </p:cNvPr>
          <p:cNvCxnSpPr>
            <a:cxnSpLocks/>
          </p:cNvCxnSpPr>
          <p:nvPr/>
        </p:nvCxnSpPr>
        <p:spPr>
          <a:xfrm>
            <a:off x="3205716" y="5507665"/>
            <a:ext cx="2397642" cy="66929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1CB24E5-30FC-0DBB-595B-3A95603B8BD6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826102" y="5507665"/>
            <a:ext cx="2153094" cy="66929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4E2026C-4992-5302-EDC0-634AF927D15D}"/>
              </a:ext>
            </a:extLst>
          </p:cNvPr>
          <p:cNvSpPr/>
          <p:nvPr/>
        </p:nvSpPr>
        <p:spPr>
          <a:xfrm>
            <a:off x="4178595" y="6302133"/>
            <a:ext cx="3572539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4E3779-8AC0-89B1-C4D0-E35A8B5B455D}"/>
              </a:ext>
            </a:extLst>
          </p:cNvPr>
          <p:cNvSpPr txBox="1"/>
          <p:nvPr/>
        </p:nvSpPr>
        <p:spPr>
          <a:xfrm>
            <a:off x="3437861" y="6291501"/>
            <a:ext cx="505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n-MN" dirty="0"/>
              <a:t>Улсын химийн олимпиад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185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1319C-5D22-79DB-CC42-0133FDD47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F5845-E905-B961-5C0E-765DA3F0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Үйл ажиллагааны бүтэц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BC043-D385-4195-862E-74B5B65CF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08758" cy="1058846"/>
          </a:xfrm>
        </p:spPr>
        <p:txBody>
          <a:bodyPr/>
          <a:lstStyle/>
          <a:p>
            <a:r>
              <a:rPr lang="mn-MN" dirty="0">
                <a:solidFill>
                  <a:schemeClr val="bg1">
                    <a:lumMod val="75000"/>
                  </a:schemeClr>
                </a:solidFill>
              </a:rPr>
              <a:t>Улсын химийн олимпиад</a:t>
            </a:r>
          </a:p>
          <a:p>
            <a:r>
              <a:rPr lang="mn-MN" dirty="0"/>
              <a:t>Олон улсын химийн олимпиад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B61EB9-DA1B-C9ED-7B7B-F245D5A43AE0}"/>
              </a:ext>
            </a:extLst>
          </p:cNvPr>
          <p:cNvSpPr/>
          <p:nvPr/>
        </p:nvSpPr>
        <p:spPr>
          <a:xfrm>
            <a:off x="2913322" y="3001429"/>
            <a:ext cx="6156252" cy="29315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D35FB8-B38C-3FA9-EEF5-765E5979470C}"/>
              </a:ext>
            </a:extLst>
          </p:cNvPr>
          <p:cNvSpPr txBox="1"/>
          <p:nvPr/>
        </p:nvSpPr>
        <p:spPr>
          <a:xfrm>
            <a:off x="3726711" y="3130961"/>
            <a:ext cx="4476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n-MN" dirty="0"/>
              <a:t>Бэлтгэл эхний шат </a:t>
            </a:r>
            <a:r>
              <a:rPr lang="en-US" dirty="0"/>
              <a:t>(</a:t>
            </a:r>
            <a:r>
              <a:rPr lang="mn-MN" dirty="0"/>
              <a:t>онол, бодлого</a:t>
            </a:r>
            <a:r>
              <a:rPr lang="en-US" dirty="0"/>
              <a:t>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EC29E2-1D8C-CC49-A6BE-CEF0A1ACEF9C}"/>
              </a:ext>
            </a:extLst>
          </p:cNvPr>
          <p:cNvCxnSpPr>
            <a:cxnSpLocks/>
          </p:cNvCxnSpPr>
          <p:nvPr/>
        </p:nvCxnSpPr>
        <p:spPr>
          <a:xfrm>
            <a:off x="5954230" y="3535326"/>
            <a:ext cx="0" cy="3571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011AD1F-14DF-90F5-4769-8400074AB939}"/>
              </a:ext>
            </a:extLst>
          </p:cNvPr>
          <p:cNvSpPr/>
          <p:nvPr/>
        </p:nvSpPr>
        <p:spPr>
          <a:xfrm>
            <a:off x="4178595" y="6302133"/>
            <a:ext cx="3572539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10B372-6A02-5911-B994-95F420B697B2}"/>
              </a:ext>
            </a:extLst>
          </p:cNvPr>
          <p:cNvSpPr txBox="1"/>
          <p:nvPr/>
        </p:nvSpPr>
        <p:spPr>
          <a:xfrm>
            <a:off x="3437861" y="6291501"/>
            <a:ext cx="505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n-MN" dirty="0"/>
              <a:t>Олон улсын химийн олимпиад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F20C11-6CA1-19D9-8392-79C01F981571}"/>
              </a:ext>
            </a:extLst>
          </p:cNvPr>
          <p:cNvSpPr txBox="1"/>
          <p:nvPr/>
        </p:nvSpPr>
        <p:spPr>
          <a:xfrm>
            <a:off x="3698352" y="3921392"/>
            <a:ext cx="4476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n-MN" dirty="0"/>
              <a:t>Сорилго 1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6A0800-F7BF-A133-D2F6-EBF518A4E527}"/>
              </a:ext>
            </a:extLst>
          </p:cNvPr>
          <p:cNvSpPr txBox="1"/>
          <p:nvPr/>
        </p:nvSpPr>
        <p:spPr>
          <a:xfrm>
            <a:off x="3381155" y="4693500"/>
            <a:ext cx="5465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n-MN" dirty="0"/>
              <a:t>Бэлтгэл хоёрдугаар шат </a:t>
            </a:r>
            <a:r>
              <a:rPr lang="en-US" dirty="0"/>
              <a:t>(</a:t>
            </a:r>
            <a:r>
              <a:rPr lang="mn-MN" dirty="0"/>
              <a:t>онол, бодлого, лаборатори</a:t>
            </a:r>
            <a:r>
              <a:rPr lang="en-US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381312-22BE-BF98-0912-773ADCB89C3F}"/>
              </a:ext>
            </a:extLst>
          </p:cNvPr>
          <p:cNvSpPr txBox="1"/>
          <p:nvPr/>
        </p:nvSpPr>
        <p:spPr>
          <a:xfrm>
            <a:off x="3753295" y="5493992"/>
            <a:ext cx="4476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n-MN" dirty="0"/>
              <a:t>Сорилго 2</a:t>
            </a:r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8760760-F6C3-85A1-02C8-2E5FD378A00F}"/>
              </a:ext>
            </a:extLst>
          </p:cNvPr>
          <p:cNvCxnSpPr>
            <a:cxnSpLocks/>
          </p:cNvCxnSpPr>
          <p:nvPr/>
        </p:nvCxnSpPr>
        <p:spPr>
          <a:xfrm>
            <a:off x="5936505" y="4305938"/>
            <a:ext cx="0" cy="3571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82B363A-02C7-3B92-435F-FD345291700C}"/>
              </a:ext>
            </a:extLst>
          </p:cNvPr>
          <p:cNvCxnSpPr>
            <a:cxnSpLocks/>
          </p:cNvCxnSpPr>
          <p:nvPr/>
        </p:nvCxnSpPr>
        <p:spPr>
          <a:xfrm>
            <a:off x="5929414" y="5138832"/>
            <a:ext cx="0" cy="3571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6D36C43-E66C-A6A5-5DB1-0CA9E02BE11A}"/>
              </a:ext>
            </a:extLst>
          </p:cNvPr>
          <p:cNvCxnSpPr>
            <a:cxnSpLocks/>
          </p:cNvCxnSpPr>
          <p:nvPr/>
        </p:nvCxnSpPr>
        <p:spPr>
          <a:xfrm>
            <a:off x="5929414" y="5945000"/>
            <a:ext cx="0" cy="3571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664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1EB0F-EA69-37E6-6F49-D555A7486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0087B-29DC-FE12-70F2-34ECFBA33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Үйл ажиллагаанд хийгдсэн өөрчлөлт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A0995-AAB2-F994-DF62-8BE5D9358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0500"/>
            <a:ext cx="10708758" cy="4667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2023-2024</a:t>
            </a:r>
            <a:r>
              <a:rPr lang="mn-MN" dirty="0"/>
              <a:t> оны хичээлийн жил</a:t>
            </a:r>
            <a:endParaRPr lang="en-US" dirty="0"/>
          </a:p>
          <a:p>
            <a:r>
              <a:rPr lang="mn-MN" dirty="0"/>
              <a:t>Засаг захиргааны нэгж дэх сурагчдын тоотой хамааруулсан квотын тоо хэрэгжсэн</a:t>
            </a:r>
          </a:p>
          <a:p>
            <a:pPr marL="0" indent="0">
              <a:buNone/>
            </a:pPr>
            <a:r>
              <a:rPr lang="mn-MN" dirty="0"/>
              <a:t>	Хөдөө орон нутаг, хотын сурагчдын танхимын олимпиадад 	орох шатлалыг жигдрүүлэх зорилготой.</a:t>
            </a:r>
          </a:p>
          <a:p>
            <a:r>
              <a:rPr lang="mn-MN" dirty="0"/>
              <a:t>Онооны систем хоёр шаталбартай нийлмэл хэлбэрт шилжсэн</a:t>
            </a:r>
          </a:p>
          <a:p>
            <a:pPr marL="0" indent="0">
              <a:buNone/>
            </a:pPr>
            <a:r>
              <a:rPr lang="mn-MN" dirty="0"/>
              <a:t>	Зохиогчид өөрсдийн гаргасан рубрикээр оноожуулах боломж 	бүрдүүлсэх зорилготой.</a:t>
            </a:r>
          </a:p>
          <a:p>
            <a:r>
              <a:rPr lang="mn-MN" dirty="0"/>
              <a:t>Шагналын тоо нэмэгдсэн</a:t>
            </a:r>
          </a:p>
          <a:p>
            <a:pPr marL="0" indent="0">
              <a:buNone/>
            </a:pPr>
            <a:r>
              <a:rPr lang="mn-MN" dirty="0"/>
              <a:t>	Хөдөө орон нутгийн сурагчид медаль авч идэвхжүүлэх 	зорилготой</a:t>
            </a:r>
          </a:p>
          <a:p>
            <a:pPr marL="914400" lvl="2" indent="0">
              <a:buNone/>
            </a:pPr>
            <a:endParaRPr lang="mn-MN" dirty="0"/>
          </a:p>
          <a:p>
            <a:endParaRPr lang="mn-MN" dirty="0"/>
          </a:p>
          <a:p>
            <a:endParaRPr lang="mn-MN" dirty="0"/>
          </a:p>
        </p:txBody>
      </p:sp>
    </p:spTree>
    <p:extLst>
      <p:ext uri="{BB962C8B-B14F-4D97-AF65-F5344CB8AC3E}">
        <p14:creationId xmlns:p14="http://schemas.microsoft.com/office/powerpoint/2010/main" val="1673292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E6687-5D61-1389-8052-22B4FE771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3EFB0-6D1B-6AE2-B69C-D8E08C68C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Үйл ажиллагаанд хийгдсэн өөрчлөлт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DD783-989B-8878-D204-393B9D948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1246"/>
            <a:ext cx="10708758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2024-2025</a:t>
            </a:r>
            <a:r>
              <a:rPr lang="mn-MN" dirty="0"/>
              <a:t> оны хичээлийн жил</a:t>
            </a:r>
            <a:endParaRPr lang="en-US" dirty="0"/>
          </a:p>
          <a:p>
            <a:r>
              <a:rPr lang="mn-MN" dirty="0"/>
              <a:t>Засаг захиргааны нэгж дэх багш нарын тоотой хамааруулж квот гаргах болсон</a:t>
            </a:r>
          </a:p>
          <a:p>
            <a:pPr marL="0" indent="0">
              <a:buNone/>
            </a:pPr>
            <a:r>
              <a:rPr lang="mn-MN" dirty="0"/>
              <a:t>	Бүс нутаг дахь өрсөлдөөнийг жигдрүүлэх зорилготой</a:t>
            </a:r>
          </a:p>
          <a:p>
            <a:r>
              <a:rPr lang="mn-MN" dirty="0"/>
              <a:t>Онол-бодлого, туршилтын тэмцээн тус бүрт болон нийлбэр оноогоор хамгийн өндөр сурагчдын шалгаруулах болсон</a:t>
            </a:r>
          </a:p>
          <a:p>
            <a:pPr marL="0" indent="0">
              <a:buNone/>
            </a:pPr>
            <a:r>
              <a:rPr lang="mn-MN" dirty="0"/>
              <a:t>	Зорилтот бүлгийн өрсөлдөөнийг нэмэгдүүлэх зорилгтой</a:t>
            </a:r>
          </a:p>
          <a:p>
            <a:pPr marL="914400" lvl="2" indent="0">
              <a:buNone/>
            </a:pPr>
            <a:endParaRPr lang="mn-MN" dirty="0"/>
          </a:p>
          <a:p>
            <a:endParaRPr lang="mn-MN" dirty="0"/>
          </a:p>
          <a:p>
            <a:endParaRPr lang="mn-MN" dirty="0"/>
          </a:p>
        </p:txBody>
      </p:sp>
    </p:spTree>
    <p:extLst>
      <p:ext uri="{BB962C8B-B14F-4D97-AF65-F5344CB8AC3E}">
        <p14:creationId xmlns:p14="http://schemas.microsoft.com/office/powerpoint/2010/main" val="3457814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2953-23F3-0CE3-3896-20018DAD1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2629-A3C2-0710-DCB8-E7E12A0F6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Үйл ажиллагаанд хийгдсэн өөрчлөлт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DA758-3525-4F82-45EA-C660E9B8E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1620"/>
            <a:ext cx="10708758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202</a:t>
            </a:r>
            <a:r>
              <a:rPr lang="mn-MN" b="1" dirty="0"/>
              <a:t>5</a:t>
            </a:r>
            <a:r>
              <a:rPr lang="en-US" b="1" dirty="0"/>
              <a:t>-202</a:t>
            </a:r>
            <a:r>
              <a:rPr lang="mn-MN" b="1" dirty="0"/>
              <a:t>6</a:t>
            </a:r>
            <a:r>
              <a:rPr lang="mn-MN" dirty="0"/>
              <a:t> оны хичээлийн жил</a:t>
            </a:r>
            <a:endParaRPr lang="en-US" dirty="0"/>
          </a:p>
          <a:p>
            <a:r>
              <a:rPr lang="mn-MN" dirty="0"/>
              <a:t>Зохион байгуулж буй бүс нутгийн хүсэлт дээр үндэслэн гурав хүртэл оролцогчдын бүрэлдэхүүнтэй нэмэлт баг оруулах</a:t>
            </a:r>
          </a:p>
          <a:p>
            <a:pPr marL="0" indent="0">
              <a:buNone/>
            </a:pPr>
            <a:r>
              <a:rPr lang="mn-MN" dirty="0"/>
              <a:t>	Бүс нутагт олимпиад зохион байгуулах сонирхолыг 	нэмэгдүүлэх</a:t>
            </a:r>
          </a:p>
          <a:p>
            <a:pPr marL="0" indent="0">
              <a:buNone/>
            </a:pPr>
            <a:endParaRPr lang="mn-MN" dirty="0"/>
          </a:p>
          <a:p>
            <a:pPr marL="0" indent="0">
              <a:buNone/>
            </a:pPr>
            <a:r>
              <a:rPr lang="mn-MN" dirty="0"/>
              <a:t>Багш нарын ажил хаялттай холбогдож сургуулийн түвшний олимпиад хойшилсон. Цахим сорилго хуваарийн дагуу явагдаж байна.</a:t>
            </a:r>
          </a:p>
          <a:p>
            <a:endParaRPr lang="mn-MN" dirty="0"/>
          </a:p>
          <a:p>
            <a:endParaRPr lang="mn-MN" dirty="0"/>
          </a:p>
        </p:txBody>
      </p:sp>
    </p:spTree>
    <p:extLst>
      <p:ext uri="{BB962C8B-B14F-4D97-AF65-F5344CB8AC3E}">
        <p14:creationId xmlns:p14="http://schemas.microsoft.com/office/powerpoint/2010/main" val="645786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9BB69-FD79-0E3E-F507-69614CAE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A4AE0-4D62-4CF0-F280-5898F2C1F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Цаашид хийх өөрчлөлт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25EE8-FE12-C371-3FCA-4ADDCF4D6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08758" cy="4667250"/>
          </a:xfrm>
        </p:spPr>
        <p:txBody>
          <a:bodyPr>
            <a:normAutofit/>
          </a:bodyPr>
          <a:lstStyle/>
          <a:p>
            <a:r>
              <a:rPr lang="mn-MN" dirty="0"/>
              <a:t>Бүсийн нэмэлт квот үүсгэх</a:t>
            </a:r>
          </a:p>
          <a:p>
            <a:pPr marL="0" indent="0">
              <a:buNone/>
            </a:pPr>
            <a:r>
              <a:rPr lang="mn-MN" dirty="0"/>
              <a:t>	Бүс нутаг дахь өрсөлдөөнийг жигдрүүлэх зорилготой</a:t>
            </a:r>
          </a:p>
          <a:p>
            <a:r>
              <a:rPr lang="mn-MN" dirty="0"/>
              <a:t>Сургуулийн түвшний олимпиадын нэгдсэн сэдэв боловсруулах</a:t>
            </a:r>
          </a:p>
          <a:p>
            <a:pPr marL="0" indent="0">
              <a:buNone/>
            </a:pPr>
            <a:r>
              <a:rPr lang="mn-MN" dirty="0"/>
              <a:t>	Улсын хэмжээнд өрсөлдөөнийг жигдрүүлэх зорилготой</a:t>
            </a:r>
          </a:p>
          <a:p>
            <a:pPr marL="914400" lvl="2" indent="0">
              <a:buNone/>
            </a:pPr>
            <a:endParaRPr lang="mn-MN" dirty="0"/>
          </a:p>
          <a:p>
            <a:endParaRPr lang="mn-MN" dirty="0"/>
          </a:p>
          <a:p>
            <a:endParaRPr lang="mn-MN" dirty="0"/>
          </a:p>
        </p:txBody>
      </p:sp>
    </p:spTree>
    <p:extLst>
      <p:ext uri="{BB962C8B-B14F-4D97-AF65-F5344CB8AC3E}">
        <p14:creationId xmlns:p14="http://schemas.microsoft.com/office/powerpoint/2010/main" val="149632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62F9F-F069-1062-BAD7-6C3FAC82B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4AF7-87F9-1CAA-1BF2-E833AFB4078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57669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mn-MN" dirty="0"/>
              <a:t>Анхаарал хандуулсан </a:t>
            </a:r>
            <a:br>
              <a:rPr lang="en-US" dirty="0"/>
            </a:br>
            <a:r>
              <a:rPr lang="mn-MN" dirty="0"/>
              <a:t>баярлалаа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712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E8EE54AC82574A93572CE2E50D5A97" ma:contentTypeVersion="17" ma:contentTypeDescription="Create a new document." ma:contentTypeScope="" ma:versionID="cf5c0d4e51110d03bfbbdfef8ee2fb47">
  <xsd:schema xmlns:xsd="http://www.w3.org/2001/XMLSchema" xmlns:xs="http://www.w3.org/2001/XMLSchema" xmlns:p="http://schemas.microsoft.com/office/2006/metadata/properties" xmlns:ns3="892bb8bf-c171-4b0d-8819-f990a7837202" xmlns:ns4="562e685f-b1d7-4794-9bdc-060d160e0a75" targetNamespace="http://schemas.microsoft.com/office/2006/metadata/properties" ma:root="true" ma:fieldsID="5772dfa558f04492425e7de0170e5432" ns3:_="" ns4:_="">
    <xsd:import namespace="892bb8bf-c171-4b0d-8819-f990a7837202"/>
    <xsd:import namespace="562e685f-b1d7-4794-9bdc-060d160e0a7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SearchProperties" minOccurs="0"/>
                <xsd:element ref="ns4:MediaServiceDateTaken" minOccurs="0"/>
                <xsd:element ref="ns4:MediaServiceObjectDetectorVersions" minOccurs="0"/>
                <xsd:element ref="ns4:MediaServiceSystem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2bb8bf-c171-4b0d-8819-f990a783720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2e685f-b1d7-4794-9bdc-060d160e0a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62e685f-b1d7-4794-9bdc-060d160e0a75" xsi:nil="true"/>
  </documentManagement>
</p:properties>
</file>

<file path=customXml/itemProps1.xml><?xml version="1.0" encoding="utf-8"?>
<ds:datastoreItem xmlns:ds="http://schemas.openxmlformats.org/officeDocument/2006/customXml" ds:itemID="{4CAD51FC-CEBC-42D8-B5F4-6437261CE4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2bb8bf-c171-4b0d-8819-f990a7837202"/>
    <ds:schemaRef ds:uri="562e685f-b1d7-4794-9bdc-060d160e0a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997DE8-D9C6-4CA0-955A-696F61CC18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35FB54-A076-4DBB-B978-7BD4A75347C7}">
  <ds:schemaRefs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892bb8bf-c171-4b0d-8819-f990a7837202"/>
    <ds:schemaRef ds:uri="http://schemas.microsoft.com/office/2006/documentManagement/types"/>
    <ds:schemaRef ds:uri="562e685f-b1d7-4794-9bdc-060d160e0a75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2172</TotalTime>
  <Words>288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2023-2025 хичээлийн жилд хийгдсэн үйл ажиллагааны товч тайлан</vt:lpstr>
      <vt:lpstr>Үйл ажиллагааны бүтэц</vt:lpstr>
      <vt:lpstr>Үйл ажиллагааны бүтэц</vt:lpstr>
      <vt:lpstr>Үйл ажиллагаанд хийгдсэн өөрчлөлт</vt:lpstr>
      <vt:lpstr>Үйл ажиллагаанд хийгдсэн өөрчлөлт</vt:lpstr>
      <vt:lpstr>Үйл ажиллагаанд хийгдсэн өөрчлөлт</vt:lpstr>
      <vt:lpstr>Цаашид хийх өөрчлөлт</vt:lpstr>
      <vt:lpstr>Анхаарал хандуулсан  баярлалаа!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Batchuluun Sukhbaatar</dc:creator>
  <cp:lastModifiedBy>Batchuluun Sukhbaatar</cp:lastModifiedBy>
  <cp:revision>27</cp:revision>
  <dcterms:created xsi:type="dcterms:W3CDTF">2025-10-09T20:36:32Z</dcterms:created>
  <dcterms:modified xsi:type="dcterms:W3CDTF">2025-11-08T21:54:04Z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0x01010014E8EE54AC82574A93572CE2E50D5A97</vt:lpwstr>
  </property>
</Properties>
</file>